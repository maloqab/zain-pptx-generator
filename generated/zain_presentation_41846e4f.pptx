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Zain-Bold"/>
              </a:defRPr>
            </a:pPr>
            <a:r>
              <a:t>Miteb Monthly Recap - Investment Phase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Zain-Bold"/>
              </a:defRPr>
            </a:pPr>
            <a:r>
              <a:t>What We Learned | January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Zain-Black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Zain-Bold"/>
              </a:defRPr>
            </a:pPr>
            <a:r>
              <a:t>Presentation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Zain-Regular"/>
              </a:defRPr>
            </a:pPr>
            <a:r>
              <a:t>This presentation documents the comprehensive learning journey during the Investment Phase of Zain's Generation Z 2026 Program. It captures the multi-dimensional approach Zain takes to develop future leaders.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Zain-Black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Zain-Bold"/>
              </a:defRPr>
            </a:pPr>
            <a:r>
              <a:t>Slide 1: 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Zain-Regular"/>
              </a:defRPr>
            </a:pPr>
            <a:r>
              <a:t>### Key Message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Zain-Black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Zain-Bold"/>
              </a:defRPr>
            </a:pPr>
            <a:r>
              <a:t>Slide 2: The Four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Zain-Regular"/>
              </a:defRPr>
            </a:pPr>
            <a:r>
              <a:t>### Technical Skills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Zain-Black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Slide 3: Building 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✅ Discovered each other's working styles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✅ Identified individual strengths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✅ Learned to complement weaknesses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✅ Built trust through shared experiences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*Spending days together transformed us from individuals into a cohesive unit.*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Zain-Black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Zain-Bold"/>
              </a:defRPr>
            </a:pPr>
            <a:r>
              <a:t>Slide 4: Deepening Self-Awareness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Zain-Regular"/>
              </a:defRPr>
            </a:pPr>
            <a:r>
              <a:t>### One-on-One Sessions with Jumanah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Zain-Black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Zain-Bold"/>
              </a:defRPr>
            </a:pPr>
            <a:r>
              <a:t>Slide 5: Key Takeaways from the Chiefs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Zain-Regular"/>
              </a:defRPr>
            </a:pPr>
            <a:r>
              <a:t>### CEO Nawaf Algharabally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Zain-Black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Zain-Bold"/>
              </a:defRPr>
            </a:pPr>
            <a:r>
              <a:t>Slide 6: The Angle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Zain-Regular"/>
              </a:defRPr>
            </a:pPr>
            <a:r>
              <a:t>### Mr. Volkan — Head of Zain Ventures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Zain-Black"/>
              </a:defRPr>
            </a:pPr>
            <a:r>
              <a:t>--------------/------------------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Zain-Black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Design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**Font Family:** Zain (Google Fonts)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**Titles:** 32-40pt Bold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**Subtitles:** 14-16pt Italic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**Body:** 11-13pt Regular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**Cards:** 10-12pt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### Visual Elements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Semi-transparent white card backgrounds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Magenta border accents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Icon circles with transparency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Progress bars for certifications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Quote marks for executive insights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Angle diagram visualization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Zain-Black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File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**Source:** Miteb_Monthly_Recap_Slides.pptx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**Output:** Miteb_Monthly_Recap_CoralDawn.pptx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**Created:** January 29, 2026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**Format:** PowerPoint (16:9, 1920×1080)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Zain-Black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Zain-Bold"/>
              </a:defRPr>
            </a:pPr>
            <a:r>
              <a:t>About the Gen Z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Zain-Regular"/>
              </a:defRPr>
            </a:pPr>
            <a:r>
              <a:t>The Generation Z 2026 Program is Zain Group's highly selective leadership development initiative. Participants were personally selected by Chairman Bader Nasser Al-Kharafi from over 600 applicants (under 1% acceptance rate).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Zain-Black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