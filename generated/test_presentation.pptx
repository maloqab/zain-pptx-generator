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Q4 2025 Strategy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Driving Growth Through Digital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Market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Revenue increased 15% year-over-year to $1.2B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Customer base expanded by 2.4M subscribers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5G coverage now reaches 85% of population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Market share grew from 16% to 18%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Financial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Operating profit: $450M (up 12% YoY)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EBITDA margin improved to 42%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Free cash flow: $280M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Dividend payout maintained at 65%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Product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Zain Plus loyalty program: 3M+ members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AI-powered customer service launched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Fintech partnership with regional banks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IoT solutions for enterprise clients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Operational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Network uptime: 99.97%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Customer satisfaction score: 8.4/10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Digital channel adoption: 78%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Employee engagement: High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2026 Strategic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Expand 5G to rural and remote areas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Launch super-app for digital services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Enter fintech with Zain Pay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Achieve carbon neutrality by 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