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ZN_GRD_16x9_ULTRAVIO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ZN_LGO_PRM_ENG_WHITE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457200"/>
            <a:ext cx="2286000" cy="105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28600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Zain-Bold"/>
              </a:defRPr>
            </a:pPr>
            <a:r>
              <a:t>Test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04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Zain-Regular"/>
              </a:defRPr>
            </a:pPr>
            <a:r>
              <a:t>Test 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N_LGO_PRM_ENG_BLACK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5943600"/>
            <a:ext cx="1828800" cy="8435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E2C91"/>
                </a:solidFill>
                <a:latin typeface="Zain-Bold"/>
              </a:defRPr>
            </a:pPr>
            <a:r>
              <a:t>First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Point one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Point two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N_LGO_PRM_ENG_BLACK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5943600"/>
            <a:ext cx="1828800" cy="8435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E2C91"/>
                </a:solidFill>
                <a:latin typeface="Zain-Bold"/>
              </a:defRPr>
            </a:pPr>
            <a:r>
              <a:t>Second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Point three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Point four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