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6E2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457200"/>
            <a:ext cx="2286000" cy="10540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2286000"/>
            <a:ext cx="107899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  <a:latin typeface="Zain-Bold"/>
              </a:defRPr>
            </a:pPr>
            <a:r>
              <a:t>Q4 2025 Strategy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  <a:latin typeface="Zain-Regular"/>
              </a:defRPr>
            </a:pPr>
            <a:r>
              <a:t>Driving Growth Through Digital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Market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Revenue increased 15% year-over-year to $1.2B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Customer base expanded by 2.4M subscribers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5G coverage now reaches 85% of population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Market share grew from 16% to 18%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Financial Performance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Operating profit: $450M (up 12% YoY)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EBITDA margin improved to 42%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Free cash flow: $280M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Dividend payout maintained at 65%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Product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Zain Plus loyalty program: 3M+ members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AI-powered customer service launched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Fintech partnership with regional banks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IoT solutions for enterprise clients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ZN_LGO_PRM_ENG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0" y="5943600"/>
            <a:ext cx="1828800" cy="8435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45720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E2C91"/>
                </a:solidFill>
                <a:latin typeface="Zain-Bold"/>
              </a:defRPr>
            </a:pPr>
            <a:r>
              <a:t>2026 Strategic Priorities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45920"/>
            <a:ext cx="107899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Expand 5G to rural and remote areas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Launch super-app for digital services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Enter fintech with Zain Pay</a:t>
            </a:r>
          </a:p>
          <a:p>
            <a:pPr>
              <a:spcAft>
                <a:spcPts val="1200"/>
              </a:spcAft>
              <a:defRPr sz="1800">
                <a:solidFill>
                  <a:srgbClr val="1A1A1A"/>
                </a:solidFill>
                <a:latin typeface="Zain-Regular"/>
              </a:defRPr>
            </a:pPr>
            <a:r>
              <a:t>• Achieve carbon neutrality by 2030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